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D74"/>
                </a:solidFill>
                <a:latin typeface="Arial"/>
              </a:rPr>
              <a:t>THE CONNECTION TO GDT / 2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From object history to patient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917700"/>
            <a:ext cx="5130800" cy="329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The familiar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2730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Keep a history, not just the latest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14040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Add a new entry instead of rewriting the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past.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02082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Use opaque keys and encrypted 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1917700"/>
            <a:ext cx="5130800" cy="329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The patient-record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252730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Could history support disrupted care?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311404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Open it only with two authorized factors.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700779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Check the history before showing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Concepts inspired by GDT; an independent implementation, not a source-code fork.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D74"/>
                </a:solidFill>
                <a:latin typeface="Arial"/>
              </a:rPr>
              <a:t>WHAT IS IMPLEMENTED TODAY / 4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Architecture: the current local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460500"/>
            <a:ext cx="36830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D6268"/>
                </a:solidFill>
                <a:latin typeface="Arial"/>
              </a:rPr>
              <a:t>BROWSER-HELD DEMO INPUTS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727200"/>
            <a:ext cx="1727200" cy="889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841500"/>
            <a:ext cx="1422400" cy="473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Synthetic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patient factor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336800"/>
            <a:ext cx="14224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02124"/>
                </a:solidFill>
                <a:latin typeface="Arial"/>
              </a:rPr>
              <a:t>Random demo token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73200" y="2616200"/>
            <a:ext cx="0" cy="30480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10800000">
            <a:off x="1422400" y="28194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5400" y="1727200"/>
            <a:ext cx="1727200" cy="889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7800" y="1841500"/>
            <a:ext cx="1422400" cy="473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Clinician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credential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7800" y="2336800"/>
            <a:ext cx="14224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02124"/>
                </a:solidFill>
                <a:latin typeface="Arial"/>
              </a:rPr>
              <a:t>Demo private key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29000" y="2616200"/>
            <a:ext cx="0" cy="30480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3378200" y="28194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3400" y="1765300"/>
            <a:ext cx="5969000" cy="21742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5D74"/>
                </a:solidFill>
                <a:latin typeface="Arial"/>
              </a:rPr>
              <a:t>BOTH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3400" y="2044700"/>
            <a:ext cx="5969000" cy="28143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2124"/>
                </a:solidFill>
                <a:latin typeface="Arial"/>
              </a:rPr>
              <a:t>Either factor alone cannot unlock the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921000"/>
            <a:ext cx="368300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149600"/>
            <a:ext cx="32766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Browser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3619500"/>
            <a:ext cx="3276600" cy="69748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Enroll and add synthetic entries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Request and display history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Hold both demo factors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4851400"/>
            <a:ext cx="32766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268"/>
                </a:solidFill>
                <a:latin typeface="Arial"/>
              </a:rPr>
              <a:t>Plain HTML / CSS / JS; localStorage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13400" y="2921000"/>
            <a:ext cx="292100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6600" y="3149600"/>
            <a:ext cx="25146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Local record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16600" y="3619500"/>
            <a:ext cx="2514600" cy="9215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Check both factors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Encrypt and sign entries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Verify linked history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Return plaintext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6600" y="4851400"/>
            <a:ext cx="25146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268"/>
                </a:solidFill>
                <a:latin typeface="Arial"/>
              </a:rPr>
              <a:t>Node.js API on loopback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26600" y="2921000"/>
            <a:ext cx="195580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3149600"/>
            <a:ext cx="15494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BlobStore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3619500"/>
            <a:ext cx="1549400" cy="9215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Local-file adapter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Encrypted state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FHIR fragments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Provenance events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4851400"/>
            <a:ext cx="15494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268"/>
                </a:solidFill>
                <a:latin typeface="Arial"/>
              </a:rPr>
              <a:t>.data\web\*.json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4200" y="3200400"/>
            <a:ext cx="1117600" cy="3774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Both factors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+ request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292600" y="3708400"/>
            <a:ext cx="13208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5511800" y="36576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4200" y="4203700"/>
            <a:ext cx="1117600" cy="55346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Verified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plaintext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history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292600" y="4826000"/>
            <a:ext cx="13208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4292600" y="47752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6000" y="3200400"/>
            <a:ext cx="889000" cy="3774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Write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ciphertext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34400" y="3708400"/>
            <a:ext cx="10922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25000" y="36576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36000" y="4203700"/>
            <a:ext cx="889000" cy="3774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Read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ciphertext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8534400" y="4826000"/>
            <a:ext cx="10922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6200000">
            <a:off x="8534400" y="47752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No database engine or cloud service. Demo-only secrets; capsule metadata remains visible.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D74"/>
                </a:solidFill>
                <a:latin typeface="Arial"/>
              </a:rPr>
              <a:t>SIDE-BY-SIDE COMPARISON / 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What is common with GDT - and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854200"/>
            <a:ext cx="22098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200" y="1854200"/>
            <a:ext cx="40767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GDT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700" y="1854200"/>
            <a:ext cx="40767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Patient record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25700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Workflow + lookup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2425700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Create, append, read;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opaque record keys.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2425700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Enroll, append, verify;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no demographic search.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85668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Stored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3185668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Provenance + attachments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in encrypted blobs.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3185668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FHIR fragments + signed,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parent-linked encrypted events.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45636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Storage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3945636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Azure Blob Storage;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Tables for email workflows.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945636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Local files behind BlobStore;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memory adapter for tests.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705604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Who can 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200" y="4705604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The record key enables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history access.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705604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Patient factor AND an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authorized clinician key.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Keep the provenance idea and small storage interface; do not copy the access policy.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D74"/>
                </a:solidFill>
                <a:latin typeface="Arial"/>
              </a:rPr>
              <a:t>MAKE THE IDEA CONCRETE / 4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Four use cases, with honest status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854200"/>
            <a:ext cx="22098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200" y="1854200"/>
            <a:ext cx="40767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What the reviewer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700" y="1854200"/>
            <a:ext cx="4076700" cy="3134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Available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25700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First local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2425700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Enroll a synthetic factor;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add and read an encrypted entry.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2425700"/>
            <a:ext cx="40767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YES - local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85668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Return locally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3185668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Add another entry; wrong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credentials cannot read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3185668"/>
            <a:ext cx="40767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YES - demo + denial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45636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Damaged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3945636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Changed data or a missing link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causes verification to fail.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945636"/>
            <a:ext cx="40767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YES - isolated service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705604"/>
            <a:ext cx="2209800" cy="29743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Another clinic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200" y="4705604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Independent clinicians share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an authorized, up-to-date history.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705604"/>
            <a:ext cx="4076700" cy="56946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NO - governance, sync,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and recovery are not built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All examples are fictional. Integrity checks do not establish clinical truth.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D74"/>
                </a:solidFill>
                <a:latin typeface="Arial"/>
              </a:rPr>
              <a:t>PRODUCTION READINESS - WORK TO DO / 4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What must change before real-patient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917700"/>
            <a:ext cx="5130800" cy="329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Build the missing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27300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Real authorization + protected keys,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recovery and revocation.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434079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Durable storage + safe retries,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backups and scoped synchronization.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40859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Hardened APIs + managed devices,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monitoring and incident response.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1917700"/>
            <a:ext cx="5130800" cy="329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Earn permission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2527300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FHIR validation + safe corrections,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usable clinical workflows.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3434079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Consent + privacy governance,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retention and access policies.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4340859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Independent reviews + trained staff,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named operational owners.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First: a hardened synthetic environment. A real-patient pilot needs separate review and approval.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D74"/>
                </a:solidFill>
                <a:latin typeface="Arial"/>
              </a:rPr>
              <a:t>REVIEW QUESTIONS + NEXT STEP / 3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Robert: where should we focus together?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917700"/>
            <a:ext cx="5130800" cy="329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Keep what is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2730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Simple code and a framework-free UI.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1404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The small, provider-neutral BlobStore.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700779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A clear create / append / history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1917700"/>
            <a:ext cx="5130800" cy="329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Three useful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252730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Does the GDT-to-patient mapping fit?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3114040"/>
            <a:ext cx="5041900" cy="3454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Which use case deserves the next review?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700779"/>
            <a:ext cx="5041900" cy="665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Could a storage contract be shared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while authorization stays separate?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Proposed: two-week demo preparation, then a readiness decision. Not a production launch.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Patient Record Project | Technical presentation</dc:title>
  <dc:subject/>
  <dc:creator>Global Patient Record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